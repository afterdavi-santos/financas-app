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ind" panose="02000000000000000000" pitchFamily="50" charset="0"/>
      <p:regular r:id="rId11"/>
    </p:embeddedFont>
    <p:embeddedFont>
      <p:font typeface="Khand" panose="02000000000000000000" pitchFamily="2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Surgena Personal use only SemBd" pitchFamily="2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51460"/>
            <a:ext cx="18288000" cy="10287002"/>
            <a:chOff x="0" y="0"/>
            <a:chExt cx="24384000" cy="13716003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24384000" cy="6851650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6864352"/>
              <a:ext cx="12185651" cy="6851651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r>
                <a:rPr lang="pt-BR" sz="3600" dirty="0">
                  <a:latin typeface="Surgena Personal use only SemBd" pitchFamily="2" charset="0"/>
                </a:rPr>
                <a:t>                                  </a:t>
              </a:r>
              <a:r>
                <a:rPr lang="pt-BR" sz="4800" dirty="0">
                  <a:latin typeface="Surgena Personal use only SemBd" pitchFamily="2" charset="0"/>
                </a:rPr>
                <a:t>Grouper </a:t>
              </a:r>
            </a:p>
            <a:p>
              <a:r>
                <a:rPr lang="pt-BR" sz="4800" dirty="0">
                  <a:latin typeface="Surgena Personal use only SemBd" pitchFamily="2" charset="0"/>
                </a:rPr>
                <a:t>                                            </a:t>
              </a:r>
              <a:endParaRPr lang="pt-BR" sz="3600" dirty="0">
                <a:solidFill>
                  <a:schemeClr val="bg2"/>
                </a:solidFill>
                <a:latin typeface="Surgena Personal use only SemBd" pitchFamily="2" charset="0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>
              <a:off x="12198350" y="6864350"/>
              <a:ext cx="12185650" cy="6851650"/>
            </a:xfrm>
            <a:prstGeom prst="rect">
              <a:avLst/>
            </a:prstGeom>
            <a:solidFill>
              <a:srgbClr val="000000"/>
            </a:solidFill>
          </p:spPr>
          <p:txBody>
            <a:bodyPr/>
            <a:lstStyle/>
            <a:p>
              <a:endParaRPr lang="pt-BR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sz="1800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sz="1800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endParaRPr lang="pt-BR" sz="1800" dirty="0">
                <a:solidFill>
                  <a:schemeClr val="bg2"/>
                </a:solidFill>
                <a:latin typeface="Surgena Personal use only SemBd" pitchFamily="2" charset="0"/>
              </a:endParaRPr>
            </a:p>
            <a:p>
              <a:r>
                <a:rPr lang="pt-BR" dirty="0">
                  <a:solidFill>
                    <a:schemeClr val="bg2"/>
                  </a:solidFill>
                  <a:latin typeface="Surgena Personal use only SemBd" pitchFamily="2" charset="0"/>
                </a:rPr>
                <a:t>                                                                   </a:t>
              </a:r>
              <a:r>
                <a:rPr lang="pt-BR" sz="1800" dirty="0">
                  <a:solidFill>
                    <a:schemeClr val="bg2"/>
                  </a:solidFill>
                  <a:latin typeface="Surgena Personal use only SemBd" pitchFamily="2" charset="0"/>
                </a:rPr>
                <a:t>     </a:t>
              </a:r>
              <a:r>
                <a:rPr lang="pt-BR" sz="4800" dirty="0">
                  <a:solidFill>
                    <a:schemeClr val="bg2"/>
                  </a:solidFill>
                  <a:latin typeface="Surgena Personal use only SemBd" pitchFamily="2" charset="0"/>
                </a:rPr>
                <a:t>Grouper</a:t>
              </a:r>
              <a:endParaRPr lang="pt-BR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1645" y="405130"/>
            <a:ext cx="8673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0878" y="8677910"/>
            <a:ext cx="18870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 dark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37075" y="8677910"/>
            <a:ext cx="208418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 white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0B531F-1DBB-4CC9-B1F6-924C33F3CC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589" y="5835487"/>
            <a:ext cx="2133600" cy="170688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E763CA4-911C-4952-9AC6-F1FE9F776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555" y="6398732"/>
            <a:ext cx="923227" cy="580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24384000" cy="68516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6864350"/>
              <a:ext cx="12185650" cy="68516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12198350" y="6864350"/>
              <a:ext cx="12185650" cy="6851650"/>
            </a:xfrm>
            <a:prstGeom prst="rect">
              <a:avLst/>
            </a:prstGeom>
            <a:solidFill>
              <a:srgbClr val="00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05040" y="405130"/>
            <a:ext cx="8405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icon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04509" y="8677910"/>
            <a:ext cx="28397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 icon dark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0766" y="8677910"/>
            <a:ext cx="303680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logo icon white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93BAA41-A85A-4D34-94E7-EFBCF282D0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589" y="6040596"/>
            <a:ext cx="2133600" cy="17068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49325C8-1ACF-4F11-80CC-CA0BBE8DB2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896" y="6583264"/>
            <a:ext cx="923227" cy="5803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4775200" cy="13716000"/>
            </a:xfrm>
            <a:prstGeom prst="rect">
              <a:avLst/>
            </a:prstGeom>
            <a:solidFill>
              <a:srgbClr val="84C4E9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4902200" y="0"/>
              <a:ext cx="4775200" cy="13716000"/>
            </a:xfrm>
            <a:prstGeom prst="rect">
              <a:avLst/>
            </a:prstGeom>
            <a:solidFill>
              <a:srgbClr val="5499CD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9804400" y="0"/>
              <a:ext cx="4775200" cy="13716000"/>
            </a:xfrm>
            <a:prstGeom prst="rect">
              <a:avLst/>
            </a:prstGeom>
            <a:solidFill>
              <a:srgbClr val="2D5E9B"/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14706600" y="0"/>
              <a:ext cx="4775200" cy="13716000"/>
            </a:xfrm>
            <a:prstGeom prst="rect">
              <a:avLst/>
            </a:prstGeom>
            <a:solidFill>
              <a:srgbClr val="1D4563"/>
            </a:solidFill>
          </p:spPr>
        </p:sp>
        <p:sp>
          <p:nvSpPr>
            <p:cNvPr id="7" name="AutoShape 7"/>
            <p:cNvSpPr/>
            <p:nvPr/>
          </p:nvSpPr>
          <p:spPr>
            <a:xfrm>
              <a:off x="19608800" y="0"/>
              <a:ext cx="4775200" cy="13716000"/>
            </a:xfrm>
            <a:prstGeom prst="rect">
              <a:avLst/>
            </a:prstGeom>
            <a:solidFill>
              <a:srgbClr val="0E224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16028" y="405130"/>
            <a:ext cx="12186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451269"/>
            <a:ext cx="181177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#86C3EB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1841" y="7451269"/>
            <a:ext cx="185356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#5399CD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4544" y="7451269"/>
            <a:ext cx="177891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#244C7E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00190" y="7451269"/>
            <a:ext cx="178569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#1C4562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62030" y="7451269"/>
            <a:ext cx="17601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#102241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2248760"/>
            <a:ext cx="185498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778920" y="448310"/>
            <a:ext cx="23818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Typography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35952B-1E6E-4DB0-AFB5-097BB34A5E35}"/>
              </a:ext>
            </a:extLst>
          </p:cNvPr>
          <p:cNvSpPr txBox="1"/>
          <p:nvPr/>
        </p:nvSpPr>
        <p:spPr>
          <a:xfrm>
            <a:off x="457200" y="2705100"/>
            <a:ext cx="17297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latin typeface="Arial" panose="020B0604020202020204" pitchFamily="34" charset="0"/>
              </a:rPr>
              <a:t>MAIN FONT  - 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Maiúsculas: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hand" panose="02000000000000000000" pitchFamily="2" charset="0"/>
                <a:cs typeface="Khand" panose="02000000000000000000" pitchFamily="2" charset="0"/>
              </a:rPr>
              <a:t> A B C D E F G H I J K L M N O P Q R S T U V W X Y 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Minúsculas: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hand" panose="02000000000000000000" pitchFamily="2" charset="0"/>
                <a:cs typeface="Khand" panose="02000000000000000000" pitchFamily="2" charset="0"/>
              </a:rPr>
              <a:t>a b c d e f g h i j k l m n o p q r s t u v w x y 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 e Símbolos: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hand" panose="02000000000000000000" pitchFamily="2" charset="0"/>
                <a:cs typeface="Khand" panose="02000000000000000000" pitchFamily="2" charset="0"/>
              </a:rPr>
              <a:t>0 1 2 3 4 5 6 7 8 9 ! @ # $ % &amp; * ( ) - _ = + [ ] { } ; : , . &lt; &gt; /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 FONT 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Maiúsculas: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hand" panose="02000000000000000000" pitchFamily="2" charset="0"/>
                <a:cs typeface="Khand" panose="02000000000000000000" pitchFamily="2" charset="0"/>
              </a:rPr>
              <a:t>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 panose="02000000000000000000" pitchFamily="50" charset="0"/>
                <a:cs typeface="Hind" panose="02000000000000000000" pitchFamily="50" charset="0"/>
              </a:rPr>
              <a:t>A B C D E F G H I J K L M N O P Q R S T U V W X Y 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Minúsculas: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 panose="02000000000000000000" pitchFamily="50" charset="0"/>
                <a:cs typeface="Hind" panose="02000000000000000000" pitchFamily="50" charset="0"/>
              </a:rPr>
              <a:t>a b c d e f g h i j k l m n o p q r s t u v w x y 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 e Símbolos: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ind" panose="02000000000000000000" pitchFamily="50" charset="0"/>
                <a:cs typeface="Hind" panose="02000000000000000000" pitchFamily="50" charset="0"/>
              </a:rPr>
              <a:t>0 1 2 3 4 5 6 7 8 9 ! @ # $ % &amp; * ( ) - _ = + [ ] { } ; : , . &lt; &gt; /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24384000" cy="68516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6864350"/>
              <a:ext cx="12185650" cy="68516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12198350" y="6864350"/>
              <a:ext cx="12185650" cy="6851650"/>
            </a:xfrm>
            <a:prstGeom prst="rect">
              <a:avLst/>
            </a:prstGeom>
            <a:solidFill>
              <a:srgbClr val="00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10432" y="405130"/>
            <a:ext cx="122979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226</Words>
  <Application>Microsoft Office PowerPoint</Application>
  <PresentationFormat>Personalizar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Open Sans</vt:lpstr>
      <vt:lpstr>Arial</vt:lpstr>
      <vt:lpstr>Calibri</vt:lpstr>
      <vt:lpstr>Hind</vt:lpstr>
      <vt:lpstr>Khand</vt:lpstr>
      <vt:lpstr>Surgena Personal use only SemBd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 do seu parágrafo</dc:title>
  <cp:lastModifiedBy>Davison Santos</cp:lastModifiedBy>
  <cp:revision>5</cp:revision>
  <dcterms:created xsi:type="dcterms:W3CDTF">2006-08-16T00:00:00Z</dcterms:created>
  <dcterms:modified xsi:type="dcterms:W3CDTF">2026-07-30T02:33:24Z</dcterms:modified>
  <dc:identifier>DAHQz4g6KNw</dc:identifier>
</cp:coreProperties>
</file>